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| НИКИТА | 0:00 | без клика</a:t>
            </a:r>
          </a:p>
          <a:p>
            <a:r>
              <a:t>Здравствуйте. **Харитонов Никита Васильевич.** Третий курс, группа 69, специальность «Торговое дело», Иркутский технологический колледж.</a:t>
            </a:r>
          </a:p>
          <a:p>
            <a:r>
              <a:t>Рядом — **Карнаухова Таисья Петровна.**</a:t>
            </a:r>
          </a:p>
          <a:p>
            <a:r>
              <a:t>Мы не учим, как открыть точку. Мы разбираем, почему точка исчезает из реестра — и почему фраза **«восемьдесят процентов закрываются в первый год»** звучит страшно и при этом почти наверняка врёт.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| ТАИСЬЯ | 0:25 | клик не нужен</a:t>
            </a:r>
          </a:p>
          <a:p>
            <a:r>
              <a:t>Эту цифру повторяют на курсах и в роликах. Как приговор.</a:t>
            </a:r>
          </a:p>
          <a:p>
            <a:r>
              <a:t>По живым когортам картина другая.</a:t>
            </a:r>
          </a:p>
          <a:p>
            <a:r>
              <a:t>По данным **«Точка Банка»**, которые в мае 2026 года приводил **ТАСС**: из компаний и ИП, открытых в 2022-м, к концу 2025-го на ногах осталась примерно **половина**. Не один из десяти. Половина.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| ТАИСЬЯ | 0:50</a:t>
            </a:r>
          </a:p>
          <a:p>
            <a:r>
              <a:t>И ещё важнее. **Исчезнуть из реестра — не всегда значит “прогореть”.**</a:t>
            </a:r>
          </a:p>
          <a:p>
            <a:r>
              <a:t>Человек мог не начать. Уйти в найм. Сменить ИП на ООО. Быть пустой фирмой, которую сняла налоговая.</a:t>
            </a:r>
          </a:p>
          <a:p>
            <a:r>
              <a:t>Закрытие и провал — разные слова. Мы их сегодня не путаем.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| НИКИТА | 1:10</a:t>
            </a:r>
          </a:p>
          <a:p>
            <a:r>
              <a:t>Два конца, которые в отчёте выглядят одинаково: **«закрылись».**</a:t>
            </a:r>
          </a:p>
          <a:p>
            <a:r>
              <a:t>Первый — улица уже забита. Это моя часть.</a:t>
            </a:r>
          </a:p>
          <a:p>
            <a:r>
              <a:t>Второй — человека съел дом. Это часть Таисьи.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| НИКИТА | 1:25 затем КЛИК на 5-ю точку | 1:55</a:t>
            </a:r>
          </a:p>
          <a:p>
            <a:r>
              <a:t>Мой тезис в одной фразе.</a:t>
            </a:r>
          </a:p>
          <a:p>
            <a:r>
              <a:t>**Даже верный расчёт чеков не спасёт, если вы вошли последними в полный вагон.**</a:t>
            </a:r>
          </a:p>
          <a:p>
            <a:r>
              <a:t>Представьте не «рынок России», а один проход. Пешеходная улица вроде **130-го квартала**. Или линия фуд-корта.</a:t>
            </a:r>
          </a:p>
          <a:p>
            <a:r>
              <a:t>Четыре вывески уже делают почти одно и то же. Кофе. Выпечка. «То же самое, только наше».</a:t>
            </a:r>
          </a:p>
          <a:p>
            <a:r>
              <a:t>Пятая открывается красиво.</a:t>
            </a:r>
          </a:p>
          <a:p>
            <a:r>
              <a:t>Хозяин смотрит на очередь у соседа и думает: **раз у них забито — будет и у меня.**</a:t>
            </a:r>
          </a:p>
          <a:p>
            <a:r>
              <a:t>Это самообман.</a:t>
            </a:r>
          </a:p>
          <a:p>
            <a:r>
              <a:t>Очередь у соседа не доказывает, что гостей ещё не разобрали. Она доказывает, что гостей **уже разобрали**. В его сторону.</a:t>
            </a:r>
          </a:p>
          <a:p>
            <a:r>
              <a:t>КЛИК 1: зажечь акцент на пятой (уже на слайде; при показе можно ткнуть указкой).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| НИКИТА | 2:20</a:t>
            </a:r>
          </a:p>
          <a:p>
            <a:r>
              <a:t>Сосед часто жив не потому что «атмосфера».</a:t>
            </a:r>
          </a:p>
          <a:p>
            <a:r>
              <a:t>У него **аренда со старого договора**. **Свои люди**, которые ходят третий год. **Поставщик**, которому он не чужой.</a:t>
            </a:r>
          </a:p>
          <a:p>
            <a:r>
              <a:t>Новичок копирует витрину. **Экономику не копирует.**</a:t>
            </a:r>
          </a:p>
          <a:p>
            <a:r>
              <a:t>В торговом деле это базовая ошибка: смотреть на чужой оборот и не видеть чужие условия.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 | НИКИТА | 3:00</a:t>
            </a:r>
          </a:p>
          <a:p>
            <a:r>
              <a:t>Та же история без улицы. **Выдача на маркетплейсе.**</a:t>
            </a:r>
          </a:p>
          <a:p>
            <a:r>
              <a:t>Десятки карточек одного товара из одного каталога. Новичок заходит последним.</a:t>
            </a:r>
          </a:p>
          <a:p>
            <a:r>
              <a:t>Покупатель не видит «мою уникальную закупку». Он видит цену, отзывы и кто выше.</a:t>
            </a:r>
          </a:p>
          <a:p>
            <a:r>
              <a:t>Чтобы тебя заметили, площадка продаёт место внутри себя.</a:t>
            </a:r>
          </a:p>
          <a:p>
            <a:r>
              <a:t>Кажется, аренды нет. **Аренда спрятана в комиссии и продвижении.**</a:t>
            </a:r>
          </a:p>
          <a:p>
            <a:r>
              <a:t>Островок в ТЦ — та же песня. Вам продали «проходное место». Не сказали, сколько островков уже режут тот же поток.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 | НИКИТА | 3:40 и вывод 4:20</a:t>
            </a:r>
          </a:p>
          <a:p>
            <a:r>
              <a:t>Простой счёт. **Условный. Это не статистика Иркутска.**</a:t>
            </a:r>
          </a:p>
          <a:p>
            <a:r>
              <a:t>На проходе **400** стаканов в день. Четыре точки — по **100**.</a:t>
            </a:r>
          </a:p>
          <a:p>
            <a:r>
              <a:t>Новой, чтобы отобить аренду и смену, нужно, допустим, **90**.</a:t>
            </a:r>
          </a:p>
          <a:p>
            <a:r>
              <a:t>Открывается пятая. Поток не вырос. Его разрезали на пять. Стало по **80**.</a:t>
            </a:r>
          </a:p>
          <a:p>
            <a:r>
              <a:t>На бумаге — «кофейня как у них». В кассе — ниже порога.</a:t>
            </a:r>
          </a:p>
          <a:p>
            <a:r>
              <a:t>Иногда вместе с новой сыпется самая слабая старая.</a:t>
            </a:r>
          </a:p>
          <a:p>
            <a:r>
              <a:t>Одинаковые точки на одном потоке едят не рынок. **Они едят друг друга.**</a:t>
            </a:r>
          </a:p>
          <a:p>
            <a:r>
              <a:t>Вывод. В торговле опоздание — не про лень. Это про место, которое уже занято чужими постоянными и чужой старой арендой.</a:t>
            </a:r>
          </a:p>
          <a:p>
            <a:r>
              <a:t>**«Открою такое же» — не стратегия.** Это вход в вагон, где сидячие места заняты.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 | НИКИТА 4:40 затем ТАИСЬЯ 4:50</a:t>
            </a:r>
          </a:p>
          <a:p>
            <a:r>
              <a:t>Сейчас Таисья покажет **другую смерть**. Не на улице. Дома.</a:t>
            </a:r>
          </a:p>
          <a:p>
            <a:r>
              <a:t>Рынок мог быть живым. Человека с него сняли раньше.</a:t>
            </a:r>
          </a:p>
          <a:p>
            <a:r>
              <a:t>Мой тезис.</a:t>
            </a:r>
          </a:p>
          <a:p>
            <a:r>
              <a:t>**Дело иногда закрывают не потому что нет спроса. А потому что у бизнеса остатки часов, а у дома — полный день.**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 | ТАИСЬЯ | 5:05</a:t>
            </a:r>
          </a:p>
          <a:p>
            <a:r>
              <a:t>Вечер. Телефон: клиент просит перенести заказ, ответить, выйти.</a:t>
            </a:r>
          </a:p>
          <a:p>
            <a:r>
              <a:t>В соседней комнате: магазин, ребёнок, **«ты же дома — значит свободен».**</a:t>
            </a:r>
          </a:p>
          <a:p>
            <a:r>
              <a:t>**Клиент подождёт. Дом не подождёт.**</a:t>
            </a:r>
          </a:p>
          <a:p>
            <a:r>
              <a:t>Один вечер — ерунда. Тридцать таких вечеров — дыра в ответах, в закупках, в голове.</a:t>
            </a:r>
          </a:p>
          <a:p>
            <a:r>
              <a:t>Закупку переносят. На отзыв не отвечают. Постоянный уходит не всегда к конкуренту. Он уходит в тишину.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 | ТАИСЬЯ | 5:40 и 6:20</a:t>
            </a:r>
          </a:p>
          <a:p>
            <a:r>
              <a:t>Это не лень и не «слабый характер».</a:t>
            </a:r>
          </a:p>
          <a:p>
            <a:r>
              <a:t>По выборочному наблюдению **Росстата 2019 года** женщины в среднем отдавали дому и уходу **больше четырёх часов** в сутки. Мужчины — **меньше двух**.</a:t>
            </a:r>
          </a:p>
          <a:p>
            <a:r>
              <a:t>Цифра старая. Направление с тех пор не перевернулось.</a:t>
            </a:r>
          </a:p>
          <a:p>
            <a:r>
              <a:t>Тема **не про “девушек”**. Тема про любого, на ком висит вторая смена без зарплаты.</a:t>
            </a:r>
          </a:p>
          <a:p>
            <a:r>
              <a:t>Мужчина с больными родителями попадает в ту же мясорубку. Просто чаще эту смену вешают на тех, кто «и так дома».</a:t>
            </a:r>
          </a:p>
          <a:p>
            <a:r>
              <a:t>Сон. Учёба или смена. Дом. На своё дело остаются **обрезки**.</a:t>
            </a:r>
          </a:p>
          <a:p>
            <a:r>
              <a:t>Сложные закупки и живые покупатели в обрезках не живут.</a:t>
            </a:r>
          </a:p>
          <a:p>
            <a:r>
              <a:t>Идея может быть живой. **Человек уже нет.**</a:t>
            </a:r>
          </a:p>
          <a:p>
            <a:r>
              <a:t>Это не “она не предприниматель”. Это арифметика суток. Кому повесили дом — у того дело сидит в обрезках. Пол не при чём. Часы при чём.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12 | ТАИСЬЯ | 6:50 и 7:25</a:t>
            </a:r>
          </a:p>
          <a:p>
            <a:r>
              <a:t>Через год ИП закрывают, чтобы **сохранить мир**. Меньше ссор. Меньше «опять ты в телефоне». Меньше риска.</a:t>
            </a:r>
          </a:p>
          <a:p>
            <a:r>
              <a:t>В реестре это строка: **прекратил деятельность**.</a:t>
            </a:r>
          </a:p>
          <a:p>
            <a:r>
              <a:t>Рядом с тем, кто прогорел на аренде.</a:t>
            </a:r>
          </a:p>
          <a:p>
            <a:r>
              <a:t>А здесь рынок ещё не начал убивать. Убили календарь и стыд: «я плохой сын, плохая мать, плохой партнёр, раз думаю о кассе».</a:t>
            </a:r>
          </a:p>
          <a:p>
            <a:r>
              <a:t>Если спрос есть, а часов нет — это не «не судьба».</a:t>
            </a:r>
          </a:p>
          <a:p>
            <a:r>
              <a:t>Это конфликт двух честных желаний. Семья хочет безопасности. Дело хочет времени.</a:t>
            </a:r>
          </a:p>
          <a:p>
            <a:r>
              <a:t>Нельзя победить советом **«просто будь жёстче»**.</a:t>
            </a:r>
          </a:p>
          <a:p>
            <a:r>
              <a:t>Жёсткость без договорённости ломает дом. Мягкость без границ ломает дело.</a:t>
            </a:r>
          </a:p>
          <a:p>
            <a:r>
              <a:t>**Выбор есть. Бесплатного выбора нет.**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13 | НИКИТА затем ТАИСЬЯ | 7:50</a:t>
            </a:r>
          </a:p>
          <a:p>
            <a:r>
              <a:t>Две смерти. Одна графа: **закрылись.**</a:t>
            </a:r>
          </a:p>
          <a:p>
            <a:r>
              <a:t>Я: вагон полный, человек вошёл последним.</a:t>
            </a:r>
          </a:p>
          <a:p>
            <a:r>
              <a:t>Человек не доехал. Его сняли ещё на кухне.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14 | ТАИСЬЯ 8:10 затем НИКИТА 8:30</a:t>
            </a:r>
          </a:p>
          <a:p>
            <a:r>
              <a:t>Ни то ни другое не лечится фразой «восемьдесят процентов обречены».</a:t>
            </a:r>
          </a:p>
          <a:p>
            <a:r>
              <a:t>И не лечится фразой «просто больше старайся».</a:t>
            </a:r>
          </a:p>
          <a:p>
            <a:r>
              <a:t>Что забрать с собой.</a:t>
            </a:r>
          </a:p>
          <a:p>
            <a:r>
              <a:t>**Первое.** Прежде чем копировать чужую точку — спросить, сколько гостей на этом проходе ещё не разобрано.</a:t>
            </a:r>
          </a:p>
          <a:p>
            <a:r>
              <a:t>**Второе.** Прежде чем открывать своё — честно сказать, у кого в семье какие часы.</a:t>
            </a:r>
          </a:p>
          <a:p>
            <a:r>
              <a:t>Если часов нет, реестр рано или поздно оформит то, что дом уже закрыл.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15 | не читать вслух, если не спросили. Кликнуть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16 | НИКИТА | 8:50</a:t>
            </a:r>
          </a:p>
          <a:p>
            <a:r>
              <a:t>Спасибо. Вопросы.</a:t>
            </a:r>
          </a:p>
          <a:p>
            <a:r>
              <a:t>Шпаргалка ответов — в полном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ГАПОУ ИО «ИТК»  ·  38.02.08 Торговое дело  ·  группа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11111"/>
                </a:solidFill>
                <a:latin typeface="Arial"/>
              </a:rPr>
              <a:t>Иногда улица уже забита.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11111"/>
                </a:solidFill>
                <a:latin typeface="Arial"/>
              </a:rPr>
              <a:t>Иногда человека съедает дом.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Почему «80% в первый год» нельзя говорить как факт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72000"/>
            <a:ext cx="51206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8172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Харитонов Никита Васильевич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улица уже забита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572000"/>
            <a:ext cx="51206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68172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Карнаухова Таисья Петровна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дом съедает дело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Сначала ломаем страшилку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600" b="1" i="0">
                <a:solidFill>
                  <a:srgbClr val="C2410C"/>
                </a:solidFill>
                <a:latin typeface="Arial"/>
              </a:rPr>
              <a:t>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65960"/>
            <a:ext cx="6126480" cy="146304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111111"/>
                </a:solidFill>
                <a:latin typeface="Arial"/>
              </a:rPr>
              <a:t>«закрываются в первый год»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566160" cy="777240"/>
          </a:xfrm>
          <a:prstGeom prst="roundRect">
            <a:avLst>
              <a:gd name="adj" fmla="val 12000"/>
            </a:avLst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МИФ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Курсы повторяют. Когорты —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можно сказать вслух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Примерно каждая вторая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из открытых в 2022-м ещё работала к концу 2025-го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Банк  ·  пересказ ТАСС  ·  26.05.2026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не начал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ушёл в найм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пустая фирма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Одна графа в отчёте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Два конца. “Закрылись”.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10312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111111"/>
                </a:solidFill>
                <a:latin typeface="Arial"/>
              </a:rPr>
              <a:t>УЛИЦА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C1917"/>
                </a:solidFill>
                <a:latin typeface="Arial"/>
              </a:rPr>
              <a:t>вошли последними
в полный вагон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Никита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111111"/>
                </a:solidFill>
                <a:latin typeface="Arial"/>
              </a:rPr>
              <a:t>ДОМ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08960"/>
            <a:ext cx="47548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C1917"/>
                </a:solidFill>
                <a:latin typeface="Arial"/>
              </a:rPr>
              <a:t>съели часы
до удара рынка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75488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Таисья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Тема Никиты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Полный вагон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Arial"/>
              </a:rPr>
              <a:t>Один проход. Четыре одинаковых. Пятое “как у них”.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349240"/>
            <a:ext cx="10789920" cy="16459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 w="444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520440"/>
            <a:ext cx="1965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5/16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Почему сосед ещё жив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Копируют витрину.
Не экономику.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старая аренда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не ваша цена метра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свои люди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ходят третий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свой поставщик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вам он чужой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Та же улица — в телефоне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Последние в выдаче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ВЫ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Цена  ·  отзывы  ·  кто выше  ·  аренда спрятана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2410C"/>
                </a:solidFill>
                <a:latin typeface="Arial"/>
              </a:rPr>
              <a:t>Условный счёт. Не статистика Иркутска.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400 стаканов на проходе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3F3F46"/>
                </a:solidFill>
                <a:latin typeface="Arial"/>
              </a:rPr>
              <a:t>4 точки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111111"/>
                </a:solidFill>
                <a:latin typeface="Arial"/>
              </a:rPr>
              <a:t>по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порог новой ≈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3F3F46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C2410C"/>
                </a:solidFill>
                <a:latin typeface="Arial"/>
              </a:rPr>
              <a:t>по 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93192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ниже порога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Мост  ·  говорит Никита, затем Таисья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11111"/>
                </a:solidFill>
                <a:latin typeface="Arial"/>
              </a:rPr>
              <a:t>Другая смерть —
не на улице.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C1917"/>
                </a:solidFill>
                <a:latin typeface="Arial"/>
              </a:rPr>
              <a:t>У бизнеса — обрезки часов.
У дома — полный день.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Тема Таисьи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11111"/>
                </a:solidFill>
                <a:latin typeface="Arial"/>
              </a:rPr>
              <a:t>Клиент подождёт.
Дом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51206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3017520"/>
            <a:ext cx="51206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7548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телефон
заказ, ответ, выйти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383280"/>
            <a:ext cx="47548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комната
магазин, ребёнок, “ты же дома”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2410C"/>
                </a:solidFill>
                <a:latin typeface="Arial"/>
              </a:rPr>
              <a:t>Не характер. Часы. Росстат, 2019.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Вторая смена без зарплаты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дом и уход, женщины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111111"/>
                </a:solidFill>
                <a:latin typeface="Arial"/>
              </a:rPr>
              <a:t>&gt; 4 часов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дом и уход, мужчины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111111"/>
                </a:solidFill>
                <a:latin typeface="Arial"/>
              </a:rPr>
              <a:t>&lt; 2 часов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C1917"/>
                </a:solidFill>
                <a:latin typeface="Arial"/>
              </a:rPr>
              <a:t>Сутки не резиновые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17720"/>
            <a:ext cx="3017520" cy="77724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3017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сон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4617720"/>
            <a:ext cx="3291840" cy="77724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475488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учёба / смена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617720"/>
            <a:ext cx="2468880" cy="7772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475488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дом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4617720"/>
            <a:ext cx="2011680" cy="777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4754880"/>
            <a:ext cx="2011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дело?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В реестре это выглядит как провал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Рынок ещё не начал
убивать.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789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C1917"/>
                </a:solidFill>
                <a:latin typeface="Arial"/>
              </a:rPr>
              <a:t>Закрыли ИП, чтобы сохранить мир.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меньше ссор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6576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1605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меньше риска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6576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строка в ЕГРИП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Две смерти. Одна графа.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92024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Никита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7548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11111"/>
                </a:solidFill>
                <a:latin typeface="Arial"/>
              </a:rPr>
              <a:t>вагон полный
вошли последними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Таисья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926080"/>
            <a:ext cx="47548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11111"/>
                </a:solidFill>
                <a:latin typeface="Arial"/>
              </a:rPr>
              <a:t>не доехали
сняли на кухне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забрать. Два пункта. Не десять заповедей.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Не “старайся больше”.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7899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914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2410C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48840"/>
            <a:ext cx="9235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11111"/>
                </a:solidFill>
                <a:latin typeface="Arial"/>
              </a:rPr>
              <a:t>Сколько гостей на проходе ещё не разобрано?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07899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914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2410C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206240"/>
            <a:ext cx="9235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11111"/>
                </a:solidFill>
                <a:latin typeface="Arial"/>
              </a:rPr>
              <a:t>У кого в семье какие часы — до открытия.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Откуда цифры. Полный список — в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Можно открыть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/ ТАСС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≈ 50% когорты 2022
к концу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BLS, Table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первый год в США
≈ каждый пятый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Росстат,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дом и уход
&gt;4 ч и &lt;2 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ФНС / аудит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чистка юрлиц
≠ смерть кафе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111111"/>
                </a:solidFill>
                <a:latin typeface="Arial"/>
              </a:rPr>
              <a:t>Спасибо. Вопросы.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0789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C1917"/>
                </a:solidFill>
                <a:latin typeface="Arial"/>
              </a:rPr>
              <a:t>Харитонов Никита Васильевич  ·  Карнаухова Таисья Петровна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группа 69  ·  Торговое дело  ·  ГАПОУ ИО «ИТК»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Торговое дело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