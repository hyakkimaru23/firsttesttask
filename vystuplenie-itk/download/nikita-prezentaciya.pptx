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| 0:00</a:t>
            </a:r>
          </a:p>
          <a:p>
            <a:r>
              <a:t>Здравствуйте. **Харитонов Никита Васильевич.** Третий курс, группа 69, специальность «Торговое дело», Иркутский технологический колледж.</a:t>
            </a:r>
          </a:p>
          <a:p>
            <a:r>
              <a:t>Сегодня я говорю **один**. Тема одна.</a:t>
            </a:r>
          </a:p>
          <a:p>
            <a:r>
              <a:t>Почему точка исчезает из реестра не потому что хозяин «слабо старался», а потому что он **вошёл последним** на улицу, где гостей уже разобрали.</a:t>
            </a:r>
          </a:p>
          <a:p>
            <a:r>
              <a:t>Если кто-то из зала слышал фразу **«восемьдесят процентов закрываются в первый год»** — запомните её. Через минуту я её сниму. Потом покажу механизм, который в торговом деле видно глазами.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| 0:30</a:t>
            </a:r>
          </a:p>
          <a:p>
            <a:r>
              <a:t>Эту цифру повторяют на курсах и в роликах. Как приговор.</a:t>
            </a:r>
          </a:p>
          <a:p>
            <a:r>
              <a:t>По живым когортам картина другая.</a:t>
            </a:r>
          </a:p>
          <a:p>
            <a:r>
              <a:t>По данным **«Точка Банка»**, которые в мае 2026 года приводил **ТАСС**: из компаний и ИП, открытых в 2022-м, к концу 2025-го на ногах осталась примерно **половина**. Не один из десяти. Половина.</a:t>
            </a:r>
          </a:p>
          <a:p>
            <a:r>
              <a:t>Я не утверждаю, что «все живут». Я утверждаю: **восемьдесят процентов в первый год — неподтверждённая страшилка.**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| 1:00</a:t>
            </a:r>
          </a:p>
          <a:p>
            <a:r>
              <a:t>И ещё важнее. **Исчезнуть из реестра — не всегда значит “прогореть”.**</a:t>
            </a:r>
          </a:p>
          <a:p>
            <a:r>
              <a:t>Человек мог не начать. Уйти в найм. Сменить ИП на ООО. Быть пустой фирмой, которую сняла налоговая.</a:t>
            </a:r>
          </a:p>
          <a:p>
            <a:r>
              <a:t>Закрытие и провал — разные слова. Сегодня я их не путаю.</a:t>
            </a:r>
          </a:p>
          <a:p>
            <a:r>
              <a:t>Моя тема — не про все смерти сразу. Моя тема — про **одну ошибку торговли**: смотреть на чужую очередь и открывать пятую точку на том же проходе.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| 1:30</a:t>
            </a:r>
          </a:p>
          <a:p>
            <a:r>
              <a:t>Тезис в одной фразе.</a:t>
            </a:r>
          </a:p>
          <a:p>
            <a:r>
              <a:t>**Даже верный расчёт чеков не спасёт, если вы вошли последними в полный вагон.**</a:t>
            </a:r>
          </a:p>
          <a:p>
            <a:r>
              <a:t>Представьте не «рынок России», а один проход. Пешеходная улица вроде **130-го квартала**. Или линия фуд-корта.</a:t>
            </a:r>
          </a:p>
          <a:p>
            <a:r>
              <a:t>Это фон, который зал узнает. Я не называю закрывшихся иркутских точек и не выдумываю их.</a:t>
            </a:r>
          </a:p>
          <a:p>
            <a:r>
              <a:t>Четыре вывески уже делают почти одно и то же. Кофе. Выпечка. «То же самое, только наше».</a:t>
            </a:r>
          </a:p>
          <a:p>
            <a:r>
              <a:t>Пятая открывается красиво.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| 2:05 | КЛИК на 5-ю точку</a:t>
            </a:r>
          </a:p>
          <a:p>
            <a:r>
              <a:t>Хозяин смотрит на очередь у соседа и думает: **раз у них забито — будет и у меня.**</a:t>
            </a:r>
          </a:p>
          <a:p>
            <a:r>
              <a:t>Это самообман.</a:t>
            </a:r>
          </a:p>
          <a:p>
            <a:r>
              <a:t>Очередь у соседа не доказывает, что гостей ещё не разобрали. Она доказывает, что гостей **уже разобрали**. В его сторону.</a:t>
            </a:r>
          </a:p>
          <a:p>
            <a:r>
              <a:t>В торговом деле это базовая путаница: спрос, который виден глазами, и спрос, который ещё свободен.</a:t>
            </a:r>
          </a:p>
          <a:p>
            <a:r>
              <a:t>Витрина полная. Поток —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 | 2:40</a:t>
            </a:r>
          </a:p>
          <a:p>
            <a:r>
              <a:t>Сосед часто жив не потому что «атмосфера».</a:t>
            </a:r>
          </a:p>
          <a:p>
            <a:r>
              <a:t>У него **аренда со старого договора**. **Свои люди**, которые ходят третий год. **Поставщик**, которому он не чужой.</a:t>
            </a:r>
          </a:p>
          <a:p>
            <a:r>
              <a:t>Новичок копирует витрину. **Экономику не копирует.**</a:t>
            </a:r>
          </a:p>
          <a:p>
            <a:r>
              <a:t>Вы видите стакан и очередь. Не видите цену метра, которая у соседа застыла три года назад. Не видите, что его бариста уже знает половину прохода по именам.</a:t>
            </a:r>
          </a:p>
          <a:p>
            <a:r>
              <a:t>В торговом деле это базовая ошибка: смотреть на чужой оборот и не видеть чужие условия.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 | 3:20</a:t>
            </a:r>
          </a:p>
          <a:p>
            <a:r>
              <a:t>Та же история без улицы. **Выдача на маркетплейсе.**</a:t>
            </a:r>
          </a:p>
          <a:p>
            <a:r>
              <a:t>Десятки карточек одного товара из одного каталога. Новичок заходит последним.</a:t>
            </a:r>
          </a:p>
          <a:p>
            <a:r>
              <a:t>Покупатель не видит «мою уникальную закупку». Он видит цену, отзывы и кто выше.</a:t>
            </a:r>
          </a:p>
          <a:p>
            <a:r>
              <a:t>Чтобы тебя заметили, площадка продаёт место внутри себя.</a:t>
            </a:r>
          </a:p>
          <a:p>
            <a:r>
              <a:t>Кажется, аренды нет. **Аренда спрятана в комиссии и продвижении.**</a:t>
            </a:r>
          </a:p>
          <a:p>
            <a:r>
              <a:t>Островок в ТЦ — та же песня. Вам продали «проходное место». Не сказали, сколько островков уже режут тот же поток.</a:t>
            </a:r>
          </a:p>
          <a:p>
            <a:r>
              <a:t>Если на площадке уже сорок одинаковых карточек, а я сорок первый с той же закупкой — я не «выхожу на рынок». **Я встаю в хвост выдачи.**</a:t>
            </a:r>
          </a:p>
          <a:p>
            <a:r>
              <a:t>В курилке это звучит иначе: «у них крутится — и у меня крутанётся». Крутится у того, кто уже стоит выше. У новичка крутится рекламный кабинет.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 | 4:10 и вывод 4:50</a:t>
            </a:r>
          </a:p>
          <a:p>
            <a:r>
              <a:t>Простой счёт. **Условный. Это не статистика Иркутска.** Это учебная модель. Я это произношу вслух.</a:t>
            </a:r>
          </a:p>
          <a:p>
            <a:r>
              <a:t>На проходе **400** стаканов в день. Четыре точки — по **100**.</a:t>
            </a:r>
          </a:p>
          <a:p>
            <a:r>
              <a:t>Новой, чтобы отбить аренду и смену, нужно, допустим, **90**.</a:t>
            </a:r>
          </a:p>
          <a:p>
            <a:r>
              <a:t>Открывается пятая. Поток не вырос. Его разрезали на пять. Стало по **80**.</a:t>
            </a:r>
          </a:p>
          <a:p>
            <a:r>
              <a:t>На бумаге — «кофейня как у них». В кассе — ниже порога.</a:t>
            </a:r>
          </a:p>
          <a:p>
            <a:r>
              <a:t>Иногда вместе с новой сыпется самая слабая старая.</a:t>
            </a:r>
          </a:p>
          <a:p>
            <a:r>
              <a:t>Одинаковые точки на одном потоке едят не рынок. **Они едят друг друга.**</a:t>
            </a:r>
          </a:p>
          <a:p>
            <a:r>
              <a:t>Вывод. В торговле опоздание — не про лень. Это про место, которое уже занято чужими постоянными и чужой старой арендой.</a:t>
            </a:r>
          </a:p>
          <a:p>
            <a:r>
              <a:t>**«Открою такое же» — не стратегия.** Это вход в вагон, где сидячие места заняты.</a:t>
            </a:r>
          </a:p>
          <a:p>
            <a:r>
              <a:t>Рынок может быть живым. **Моё место в нём — нет.**</a:t>
            </a:r>
          </a:p>
          <a:p>
            <a:r>
              <a:t>Это важно для нашей специальности. Мы учимся считать не чужой оборот в разговоре, а **свою** экономику на чужом потоке.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 | 5:15</a:t>
            </a:r>
          </a:p>
          <a:p>
            <a:r>
              <a:t>Что смотреть до вывески. Не «как красиво у них», а **три вопроса**.</a:t>
            </a:r>
          </a:p>
          <a:p>
            <a:r>
              <a:t>**Первый.** Сколько гостей на этом проходе ещё не разобрано? Не очередь соседа — свободный хвост потока.</a:t>
            </a:r>
          </a:p>
          <a:p>
            <a:r>
              <a:t>**Второй.** Какая у меня аренда против его старой? Если метр дороже, порог выше. Значит, мне нужно не «как у них», а больше, чем у них.</a:t>
            </a:r>
          </a:p>
          <a:p>
            <a:r>
              <a:t>**Третий.** Чем я не копия? Если ответить нечего, я пятый стакан на том же подносе.</a:t>
            </a:r>
          </a:p>
          <a:p>
            <a:r>
              <a:t>Это не запрет открываться. Это **цена входа.**</a:t>
            </a:r>
          </a:p>
          <a:p>
            <a:r>
              <a:t>Если на все три вопроса ответ «не знаю» — вы ещё не изучали улицу. Вы смотрели витрину.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 | 6:00</a:t>
            </a:r>
          </a:p>
          <a:p>
            <a:r>
              <a:t>Как это выглядит через год.</a:t>
            </a:r>
          </a:p>
          <a:p>
            <a:r>
              <a:t>Хозяин говорит: «не пошло». Соседи говорят: «ну, восемьдесят процентов же закрываются».</a:t>
            </a:r>
          </a:p>
          <a:p>
            <a:r>
              <a:t>А правда короче. Пошло у тех, кто стоял раньше. Не пошло у того, кто разрезал чужой поток и не добавил нового.</a:t>
            </a:r>
          </a:p>
          <a:p>
            <a:r>
              <a:t>В реестре это та же строка: **прекратил деятельность**.</a:t>
            </a:r>
          </a:p>
          <a:p>
            <a:r>
              <a:t>Поэтому цифра «80%» удобна. Она прячет конкретную ошибку за общей страшилкой.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11 | 6:40</a:t>
            </a:r>
          </a:p>
          <a:p>
            <a:r>
              <a:t>Что забрать с собой. Один вопрос, не десять заповедей.</a:t>
            </a:r>
          </a:p>
          <a:p>
            <a:r>
              <a:t>**Прежде чем копировать чужую точку — спросить, сколько гостей на этом проходе ещё не разобрано.**</a:t>
            </a:r>
          </a:p>
          <a:p>
            <a:r>
              <a:t>Если ответ «не знаю, но у них очередь» — это не исследование. Это надежда.</a:t>
            </a:r>
          </a:p>
          <a:p>
            <a:r>
              <a:t>Надежда не платит аренду.</a:t>
            </a:r>
          </a:p>
          <a:p>
            <a:r>
              <a:t>Полный вагон не становится свободным от того, что вы купили красивую вывеску.</a:t>
            </a:r>
          </a:p>
          <a:p>
            <a:r>
              <a:t>Я не говорю «не открывайте». Я говорю: сначала посчитайте свободный хвост потока. Потом вывеску.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источников | не читать вслух, если не спросили.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Спасибо. Вопросы. Шпаргалка ответов — в полном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ГАПОУ ИО «ИТК»  ·  38.02.08 Торговое дело  ·  группа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111111"/>
                </a:solidFill>
                <a:latin typeface="Arial"/>
              </a:rPr>
              <a:t>Иногда улица уже забита.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Почему «открою такое же» — не стратегия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97680"/>
            <a:ext cx="6766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6400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Харитонов Никита Васильевич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вошли последними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Сначала ломаем страшилку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600" b="1" i="0">
                <a:solidFill>
                  <a:srgbClr val="C2410C"/>
                </a:solidFill>
                <a:latin typeface="Arial"/>
              </a:rPr>
              <a:t>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65960"/>
            <a:ext cx="6126480" cy="146304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111111"/>
                </a:solidFill>
                <a:latin typeface="Arial"/>
              </a:rPr>
              <a:t>«закрываются в первый год»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566160" cy="777240"/>
          </a:xfrm>
          <a:prstGeom prst="roundRect">
            <a:avLst>
              <a:gd name="adj" fmla="val 12000"/>
            </a:avLst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МИФ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1C1917"/>
                </a:solidFill>
                <a:latin typeface="Arial"/>
              </a:rPr>
              <a:t>Курсы повторяют. Когорты —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Что можно сказать вслух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Примерно каждая вторая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из открытых в 2022-м ещё работала к концу 2025-го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Точка Банк  ·  пересказ ТАСС  ·  26.05.2026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не начал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ушёл в найм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749039"/>
            <a:ext cx="34747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931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пустая фирма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70916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Тезис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Верный расчёт чеков
не спасёт,
если вагон уже полный.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1C1917"/>
                </a:solidFill>
                <a:latin typeface="Arial"/>
              </a:rPr>
              <a:t>Один проход. Четыре одинаковых. Пятое «как у них».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Полный вагон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Очередь соседа — не ваш спрос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Arial"/>
              </a:rPr>
              <a:t>Гостей уже разобрали. В его сторону.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349240"/>
            <a:ext cx="10789920" cy="16459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5204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880360"/>
            <a:ext cx="1965960" cy="22402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 w="444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520440"/>
            <a:ext cx="1965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5/13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None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Почему сосед ещё жив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Копируют витрину.
Не экономику.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старая аренда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не ваша цена метра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свои люди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ходят третий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00400"/>
            <a:ext cx="35204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4290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свой поставщик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43484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1C1917"/>
                </a:solidFill>
                <a:latin typeface="Arial"/>
              </a:rPr>
              <a:t>вам он чужой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Та же улица — в телефоне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Последние в выдаче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96596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33172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то же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383280"/>
            <a:ext cx="1737360" cy="12801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 w="34925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74904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ВЫ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Цена  ·  отзывы  ·  кто выше  ·  аренда спрятана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C2410C"/>
                </a:solidFill>
                <a:latin typeface="Arial"/>
              </a:rPr>
              <a:t>Условный счёт. Не статистика Иркутска.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400 стаканов на проходе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3F3F46"/>
                </a:solidFill>
                <a:latin typeface="Arial"/>
              </a:rPr>
              <a:t>4 точки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1" i="0">
                <a:solidFill>
                  <a:srgbClr val="111111"/>
                </a:solidFill>
                <a:latin typeface="Arial"/>
              </a:rPr>
              <a:t>по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1C1917"/>
                </a:solidFill>
                <a:latin typeface="Arial"/>
              </a:rPr>
              <a:t>порог новой ≈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3F3F46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846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1" i="0">
                <a:solidFill>
                  <a:srgbClr val="C2410C"/>
                </a:solidFill>
                <a:latin typeface="Arial"/>
              </a:rPr>
              <a:t>по 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93192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ниже порога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До вывески. Три вопроса.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Не «как красиво у них»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2410C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574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Сколько гостей ещё не разобрано?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08960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2410C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747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Какая аренда против его старой?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26280"/>
            <a:ext cx="10789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2410C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89204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Чем я не копия?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Через год в реестре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«Не пошло».
На самом деле — разрезали чужой поток.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Страшилка «80%» прячет конкретную ошибку.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Что забрать. Один вопрос.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Сколько гостей на проходе
ещё не разобрано?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1C1917"/>
                </a:solidFill>
                <a:latin typeface="Arial"/>
              </a:rPr>
              <a:t>«У них очередь» — это надежда. Надежда не платит аренду.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Откуда цифры. Полный список — в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Можно открыть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Точка / ТАСС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≈ 50% когорты 2022
к концу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BLS, Table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первый год в США
≈ каждый пятый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ФНС / аудит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чистка юрлиц
≠ смерть кафе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учебная модель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400 стаканов
не поле Иркутска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111111"/>
                </a:solidFill>
                <a:latin typeface="Arial"/>
              </a:rPr>
              <a:t>Спасибо. Вопросы.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Харитонов Никита Васильевич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группа 69  ·  Торговое дело  ·  ГАПОУ ИО «ИТК»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Харитонов Н. 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