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 | 0:00</a:t>
            </a:r>
          </a:p>
          <a:p>
            <a:r>
              <a:t>Здравствуйте. **Карнаухова Таисья Петровна.** Третий курс, группа 69, специальность «Торговое дело», Иркутский технологический колледж.</a:t>
            </a:r>
          </a:p>
          <a:p>
            <a:r>
              <a:t>Сегодня я говорю **одна**. Тема одна.</a:t>
            </a:r>
          </a:p>
          <a:p>
            <a:r>
              <a:t>Не витрина и не аренда. Почему живое дело иногда закрывают, **когда рынок его ещё не тронул.**</a:t>
            </a:r>
          </a:p>
          <a:p>
            <a:r>
              <a:t>Если вы слышали, что **«восемьдесят процентов закрываются в первый год»** — эту цифру я тоже сниму. Не чтобы пугать другой статистикой. Чтобы показать: в одной графе «закрылись» прячутся разные смерти. Сегодня — та, которую **не видно с улицы.**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 | 0:30</a:t>
            </a:r>
          </a:p>
          <a:p>
            <a:r>
              <a:t>Цифру «80%» повторяют как приговор.</a:t>
            </a:r>
          </a:p>
          <a:p>
            <a:r>
              <a:t>По данным **«Точка Банка»**, которые в мае 2026 года приводил **ТАСС**: из компаний и ИП, открытых в 2022-м, к концу 2025-го на ногах осталась примерно **половина**. Не один из десяти.</a:t>
            </a:r>
          </a:p>
          <a:p>
            <a:r>
              <a:t>Я не утверждаю, что «все живут». Я утверждаю: восемьдесят процентов в первый год — **страшилка без когорты.**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 | 0:55</a:t>
            </a:r>
          </a:p>
          <a:p>
            <a:r>
              <a:t>Исчезнуть из реестра — не всегда значит **«прогореть».**</a:t>
            </a:r>
          </a:p>
          <a:p>
            <a:r>
              <a:t>Не начал. Ушёл в найм. Сменил форму. Пустая фирма, которую сняла налоговая.</a:t>
            </a:r>
          </a:p>
          <a:p>
            <a:r>
              <a:t>И ещё один случай, про который реже говорят вслух.</a:t>
            </a:r>
          </a:p>
          <a:p>
            <a:r>
              <a:t>Человек закрыл ИП, **чтобы сохранить мир дома.**</a:t>
            </a:r>
          </a:p>
          <a:p>
            <a:r>
              <a:t>В отчёте это выглядит так же, как провал на аренде. Живьём — нет.</a:t>
            </a:r>
          </a:p>
          <a:p>
            <a:r>
              <a:t>Моя тема — про эту смерть. Не про «девушек, которым не дано». **Про часы.**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 | 1:30</a:t>
            </a:r>
          </a:p>
          <a:p>
            <a:r>
              <a:t>Тезис.</a:t>
            </a:r>
          </a:p>
          <a:p>
            <a:r>
              <a:t>**Дело иногда закрывают не потому что нет спроса. А потому что у бизнеса остатки часов, а у дома — полный день.**</a:t>
            </a:r>
          </a:p>
          <a:p>
            <a:r>
              <a:t>Спрос может быть. Клиенты могут писать. Касса в отдельные дни даже радует.</a:t>
            </a:r>
          </a:p>
          <a:p>
            <a:r>
              <a:t>Не хватает не идеи. **Не хватает суток.**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 | 1:55</a:t>
            </a:r>
          </a:p>
          <a:p>
            <a:r>
              <a:t>Вечер. Телефон: клиент просит перенести заказ, ответить, выйти.</a:t>
            </a:r>
          </a:p>
          <a:p>
            <a:r>
              <a:t>В соседней комнате: магазин, ребёнок, **«ты же дома — значит свободен».**</a:t>
            </a:r>
          </a:p>
          <a:p>
            <a:r>
              <a:t>**Клиент подождёт. Дом не подождёт.**</a:t>
            </a:r>
          </a:p>
          <a:p>
            <a:r>
              <a:t>Один вечер — ерунда. Тридцать таких вечеров — дыра в ответах, в закупках, в голове.</a:t>
            </a:r>
          </a:p>
          <a:p>
            <a:r>
              <a:t>Закупку переносят. На отзыв не отвечают. Постоянный уходит не всегда к конкуренту. Он уходит в тишину.</a:t>
            </a:r>
          </a:p>
          <a:p>
            <a:r>
              <a:t>В торговле тишина убивает быстрее плохой витрины. Карточка без ответа — мёртвая карточка. Точка без человека в чате — пустая точка.</a:t>
            </a:r>
          </a:p>
          <a:p>
            <a:r>
              <a:t>Покупатель не пишет в отзыве «у продавца дома болел ребёнок». Он пишет «не отвечает». И уходит.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 | 2:40</a:t>
            </a:r>
          </a:p>
          <a:p>
            <a:r>
              <a:t>Это не лень и не «слабый характер».</a:t>
            </a:r>
          </a:p>
          <a:p>
            <a:r>
              <a:t>По выборочному наблюдению **Росстата 2019 года** женщины в среднем отдавали дому и уходу **больше четырёх часов** в сутки. Мужчины — **меньше двух**.</a:t>
            </a:r>
          </a:p>
          <a:p>
            <a:r>
              <a:t>Цифра старая. Год надо назвать. Направление с тех пор не перевернулось.</a:t>
            </a:r>
          </a:p>
          <a:p>
            <a:r>
              <a:t>Тема **не про “девушек”**. Тема про любого, на ком висит вторая смена без зарплаты.</a:t>
            </a:r>
          </a:p>
          <a:p>
            <a:r>
              <a:t>Мужчина с больными родителями попадает в ту же мясорубку. Просто чаще эту смену вешают на тех, кто «и так дома».</a:t>
            </a:r>
          </a:p>
          <a:p>
            <a:r>
              <a:t>Я не утверждаю, что семья — причина номер один по статистике. Такой доли в официальных таблицах нет. **Я её не выдумаю.**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 | 3:25</a:t>
            </a:r>
          </a:p>
          <a:p>
            <a:r>
              <a:t>Сон. Учёба или смена. Дом. На своё дело остаются **обрезки**.</a:t>
            </a:r>
          </a:p>
          <a:p>
            <a:r>
              <a:t>Сложные закупки и живые покупатели в обрезках не живут.</a:t>
            </a:r>
          </a:p>
          <a:p>
            <a:r>
              <a:t>Идея может быть живой. **Человек уже нет.**</a:t>
            </a:r>
          </a:p>
          <a:p>
            <a:r>
              <a:t>Это не “она не предприниматель”. Это арифметика суток. Кому повесили дом — у того дело сидит в обрезках. Пол не при чём. **Часы при чём.**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 | 4:00</a:t>
            </a:r>
          </a:p>
          <a:p>
            <a:r>
              <a:t>Почему это про **торговое дело**, а не «просто семья».</a:t>
            </a:r>
          </a:p>
          <a:p>
            <a:r>
              <a:t>Торговля держится на ответах. На приёмке. На том, что ты вечером пересчитал остаток и утром не обманул покупателя.</a:t>
            </a:r>
          </a:p>
          <a:p>
            <a:r>
              <a:t>Если вечер съеден домом, утром карточка врёт. Врёт остаток. Врёт срок. Врёт «сейчас отправлю».</a:t>
            </a:r>
          </a:p>
          <a:p>
            <a:r>
              <a:t>Покупатель не знает про вашу семью. Он знает, что ему не ответили.</a:t>
            </a:r>
          </a:p>
          <a:p>
            <a:r>
              <a:t>Рынок ещё не начал убивать. **Убивает календарь.**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 | 4:40</a:t>
            </a:r>
          </a:p>
          <a:p>
            <a:r>
              <a:t>Через год ИП закрывают, чтобы **сохранить мир**. Меньше ссор. Меньше «опять ты в телефоне». Меньше риска.</a:t>
            </a:r>
          </a:p>
          <a:p>
            <a:r>
              <a:t>В реестре это строка: **прекратил деятельность**.</a:t>
            </a:r>
          </a:p>
          <a:p>
            <a:r>
              <a:t>Рядом с тем, кто прогорел на аренде.</a:t>
            </a:r>
          </a:p>
          <a:p>
            <a:r>
              <a:t>А здесь рынок ещё не начал убивать. Убили календарь и стыд: «я плохой сын, плохая мать, плохой партнёр, раз думаю о кассе».</a:t>
            </a:r>
          </a:p>
          <a:p>
            <a:r>
              <a:t>Стыд удобный. Он позволяет сказать «не пошло», не говоря **«мне не дали часов».**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10 | 5:20 и 5:50</a:t>
            </a:r>
          </a:p>
          <a:p>
            <a:r>
              <a:t>Если спрос есть, а часов нет — это не «не судьба».</a:t>
            </a:r>
          </a:p>
          <a:p>
            <a:r>
              <a:t>Это конфликт двух честных желаний. Семья хочет безопасности. Дело хочет времени.</a:t>
            </a:r>
          </a:p>
          <a:p>
            <a:r>
              <a:t>Нельзя победить советом **«просто будь жёстче»**.</a:t>
            </a:r>
          </a:p>
          <a:p>
            <a:r>
              <a:t>Жёсткость без договорённости ломает дом. Мягкость без границ ломает дело.</a:t>
            </a:r>
          </a:p>
          <a:p>
            <a:r>
              <a:t>**Выбор есть. Бесплатного выбора нет.**</a:t>
            </a:r>
          </a:p>
          <a:p>
            <a:r>
              <a:t>Ещё одна ловушка нашей специальности.</a:t>
            </a:r>
          </a:p>
          <a:p>
            <a:r>
              <a:t>Кажется, своё дело «гибкое». Сидишь дома — значит, успеешь и кассу, и суп.</a:t>
            </a:r>
          </a:p>
          <a:p>
            <a:r>
              <a:t>Гибкость без границ превращается в две полные смены. Одна оплачивается плохо. Вторая не оплачивается вовсе.</a:t>
            </a:r>
          </a:p>
          <a:p>
            <a:r>
              <a:t>Поэтому «буду торговать с телефона вечером» звучит легко на паре. В быту это **третья смена** после учёбы и дома.</a:t>
            </a:r>
          </a:p>
          <a:p>
            <a:r>
              <a:t>Если третьей смены нет в сутках, лучше не обещать её рынку.</a:t>
            </a:r>
          </a:p>
          <a:p>
            <a:r>
              <a:t>На паре «гибкий график» звучит как свобода. В быту это часто значит: дело живёт в щелях между чужими просьбами.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11 | 6:25 и 7:05</a:t>
            </a:r>
          </a:p>
          <a:p>
            <a:r>
              <a:t>Что забрать. Один разговор **до** открытия, не после похорон ИП.</a:t>
            </a:r>
          </a:p>
          <a:p>
            <a:r>
              <a:t>**Прежде чем открывать своё — честно сказать, у кого в семье какие часы.**</a:t>
            </a:r>
          </a:p>
          <a:p>
            <a:r>
              <a:t>Не «поддержишь меня?» — это пустое. А кто забирает ребёнка в среду. Кто отвечает на отзыв после десяти. Кто готов, что касса будет жить в общей комнате.</a:t>
            </a:r>
          </a:p>
          <a:p>
            <a:r>
              <a:t>Если часов нет, реестр рано или поздно оформит то, что дом уже закрыл.</a:t>
            </a:r>
          </a:p>
          <a:p>
            <a:r>
              <a:t>Это не запрет. Это цена. Её лучше назвать вслух, пока вывески ещё нет.</a:t>
            </a:r>
          </a:p>
          <a:p>
            <a:r>
              <a:t>Если в семье все кивают и никто не называет день недели — часов нет. Есть только вежливое «поддержим».</a:t>
            </a:r>
          </a:p>
          <a:p>
            <a:r>
              <a:t>Пока все закрытия сваливают в «восемьдесят процентов обречены», не видно тех, кого сняли ещё на кухне.</a:t>
            </a:r>
          </a:p>
          <a:p>
            <a:r>
              <a:t>Их нельзя вылечить советом «открой такое же, только старайся больше».</a:t>
            </a:r>
          </a:p>
          <a:p>
            <a:r>
              <a:t>Их нельзя вылечить и советом «забей на дом». Дом потом выставит счёт дороже любой аренды.</a:t>
            </a:r>
          </a:p>
          <a:p>
            <a:r>
              <a:t>Поэтому мой доклад не про «как стать жёстче». Он про то, чтобы **назвать цену часов** до того, как касса переедет в общую комнату.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источников | не читать вслух, если не спросили.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Спасибо. Вопросы. Шпаргалка ответов — в полном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ГАПОУ ИО «ИТК»  ·  38.02.08 Торговое дело  ·  группа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Иногда человека съедает дом.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Почему дело закрывают до удара рынка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97680"/>
            <a:ext cx="71323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6766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Карнаухова Таисья Петровна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тема 18  ·  часы, не характер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Сначала ломаем страшилку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600" b="1" i="0">
                <a:solidFill>
                  <a:srgbClr val="C2410C"/>
                </a:solidFill>
                <a:latin typeface="Arial"/>
              </a:rPr>
              <a:t>80%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65960"/>
            <a:ext cx="6126480" cy="146304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111111"/>
                </a:solidFill>
                <a:latin typeface="Arial"/>
              </a:rPr>
              <a:t>«закрываются в первый год»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566160" cy="777240"/>
          </a:xfrm>
          <a:prstGeom prst="roundRect">
            <a:avLst>
              <a:gd name="adj" fmla="val 12000"/>
            </a:avLst>
          </a:prstGeom>
          <a:solidFill>
            <a:srgbClr val="1C1917"/>
          </a:solidFill>
          <a:ln w="3175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МИФ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1C1917"/>
                </a:solidFill>
                <a:latin typeface="Arial"/>
              </a:rPr>
              <a:t>Курсы повторяют. Когорты —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В одной графе «закрылись»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Не всегда «прогореть»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35204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не начал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246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5204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ушёл в найм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14800"/>
            <a:ext cx="3246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не провал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94560"/>
            <a:ext cx="35204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8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закрыл, чтобы
сохранить мир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246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C2410C"/>
                </a:solidFill>
                <a:latin typeface="Arial"/>
              </a:rPr>
              <a:t>моя 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Тезис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У бизнеса — обрезки часов.
У дома — полный день.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1C1917"/>
                </a:solidFill>
                <a:latin typeface="Arial"/>
              </a:rPr>
              <a:t>Спрос может быть. Не хватает суток.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Один вечер и тридцать вечеров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789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111111"/>
                </a:solidFill>
                <a:latin typeface="Arial"/>
              </a:rPr>
              <a:t>Клиент подождёт.
Дом —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51206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3017520"/>
            <a:ext cx="51206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47548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111111"/>
                </a:solidFill>
                <a:latin typeface="Arial"/>
              </a:rPr>
              <a:t>телефон
заказ, ответ, выйти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383280"/>
            <a:ext cx="47548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комната
магазин, ребёнок, «ты же дома»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C2410C"/>
                </a:solidFill>
                <a:latin typeface="Arial"/>
              </a:rPr>
              <a:t>Не характер. Часы. Росстат, 2019.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Вторая смена без зарплаты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дом и уход, женщины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111111"/>
                </a:solidFill>
                <a:latin typeface="Arial"/>
              </a:rPr>
              <a:t>&gt; 4 часов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дом и уход, мужчины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846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111111"/>
                </a:solidFill>
                <a:latin typeface="Arial"/>
              </a:rPr>
              <a:t>&lt; 2 часов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C1917"/>
                </a:solidFill>
                <a:latin typeface="Arial"/>
              </a:rPr>
              <a:t>Тема не про «девушек».
Про любого, на ком висит дом.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Сутки не резиновые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На дело остаются обрезки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3017520" cy="201168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сон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194560"/>
            <a:ext cx="3291840" cy="2011680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88036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учёба / смена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194560"/>
            <a:ext cx="2468880" cy="20116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88036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дом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194560"/>
            <a:ext cx="201168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88036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дело?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Arial"/>
              </a:rPr>
              <a:t>Пол не при чём. Часы при чём.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Почему это про торговлю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Карточка без ответа
— мёртвая карточка.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1C1917"/>
                </a:solidFill>
                <a:latin typeface="Arial"/>
              </a:rPr>
              <a:t>Покупатель не знает про вашу семью.
Он знает, что ему не ответили.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В реестре это выглядит как провал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Рынок ещё не начал
убивать.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789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C1917"/>
                </a:solidFill>
                <a:latin typeface="Arial"/>
              </a:rPr>
              <a:t>Закрыли ИП, чтобы сохранить мир.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меньше ссор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6576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1605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меньше риска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6576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160520"/>
            <a:ext cx="3246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строка в ЕГРИП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Два честных желания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11111"/>
                </a:solidFill>
                <a:latin typeface="Arial"/>
              </a:rPr>
              <a:t>Выбор есть.
Бесплатного выбора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40"/>
            <a:ext cx="512064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2834640"/>
            <a:ext cx="512064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47548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жёсткость без
договорённости
ломает дом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00400"/>
            <a:ext cx="47548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11111"/>
                </a:solidFill>
                <a:latin typeface="Arial"/>
              </a:rPr>
              <a:t>мягкость без
границ
ломает дело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Что забрать. Один разговор до открытия.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111111"/>
                </a:solidFill>
                <a:latin typeface="Arial"/>
              </a:rPr>
              <a:t>У кого в семье
какие часы?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1C1917"/>
                </a:solidFill>
                <a:latin typeface="Arial"/>
              </a:rPr>
              <a:t>Не «поддержишь меня?».
Кто отвечает после десяти. Кто забирает ребёнка в среду.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F3F46"/>
                </a:solidFill>
                <a:latin typeface="Arial"/>
              </a:rPr>
              <a:t>Откуда цифры. Полный список — в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Можно открыть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Точка / ТАСС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≈ 50% когорты 2022
к концу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Росстат, 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дом и уход
&gt;4 ч и &lt;2 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вторая смена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механизм часов
не доля закрытий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03320"/>
            <a:ext cx="534924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C19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86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2410C"/>
                </a:solidFill>
                <a:latin typeface="Arial"/>
              </a:rPr>
              <a:t>ФНС / аудит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8912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111"/>
                </a:solidFill>
                <a:latin typeface="Arial"/>
              </a:rPr>
              <a:t>чистка юрлиц
≠ смерть кафе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111111"/>
                </a:solidFill>
                <a:latin typeface="Arial"/>
              </a:rPr>
              <a:t>Спасибо. Вопросы.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C1917"/>
                </a:solidFill>
                <a:latin typeface="Arial"/>
              </a:rPr>
              <a:t>Карнаухова Таисья Петровна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3F3F46"/>
                </a:solidFill>
                <a:latin typeface="Arial"/>
              </a:rPr>
              <a:t>группа 69  ·  Торговое дело  ·  ГАПОУ ИО «ИТК»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F3F46"/>
                </a:solidFill>
                <a:latin typeface="Arial"/>
              </a:rPr>
              <a:t>ИТК  ·  группа 69  ·  Карнаухова Т. П.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3F3F46"/>
                </a:solidFill>
                <a:latin typeface="Arial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